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nomadinternet.com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(80/100)  ·  10 findings  ·  1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primary conversion mechanism on this site is the coverage check, which acts as a gate before any plan or pricing information is shown. This forces users to commit to a qualification step without understanding the product or cost, and the homepage compounds the problem by presenting seven competing CTAs, diluting focus and delaying the path to conversion. The most valuable fix is to make coverage optional and surface plans and pricing upfront, reducing friction and building trust earlier in the journey.</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1.7–7.6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Pricing appears only after qualification flow</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No pricing is shown until the visitor completes the coverage/qualification form, so cost is discovered late in the journ</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Value proposition lacks specifics</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Low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The hero headline promises reliability anywhere but fails to state what is sold or why it is better, leaving visitors wi</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Social proof concentrated on homepage</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Customer testimonials and press mentions appear only on the homepage and rural-internet page, not on plans pages where p</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Heavy third-party script load</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The homepage loads 65 scripts, which is the usual root cause of slow interaction readiness on mobile.</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Multiple competing primary CTAs</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Seven distinct calls to action on the homepage create ambiguity about the intended next step, diluting focus.</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Multiple qualification CTAs compete</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Multiple qualification and coverage CTAs on the same viewport overload visitors with choices, delaying the primary conve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Pricing appears only after qualification flow</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"h1: Let's Get You the Right Internet"</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No pricing is shown until the visitor completes the coverage/qualification form, so cost is discovered late in the journey.</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Value proposition lacks specifics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"h1: Reliable Internet That Works Anywhere in the U.S."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hero headline promises reliability anywhere but fails to state what is sold or why it is better, leaving visitors without concrete reasons to convert.</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Social proof concentrated on homepage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"h2: Real Stories from Real Users"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Customer testimonials and press mentions appear only on the homepage and rural-internet page, not on plans pages where purchase decisions are made.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Heavy third-party script load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33 inline and 32 external &lt;script&gt; tags, 403 KB of HTML."</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loads 65 scripts, which is the usual root cause of slow interaction readiness on mobile.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Multiple competing primary CTAs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"ctas: CHECK COVERAGE | CHECK IF IT WORKS AT MY ADDRESS | SEE MY OPTIONS | GET STARTED | START CHAT | SEE WHAT I QUALIFY FOR | CHECK MY COVERAGE"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Seven distinct calls to action on the homepage create ambiguity about the intended next step, diluting focus.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Coverage gate precedes plan selection</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Value proposition lacks specifics</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Guarantee signal lacks placement context</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Pricing appears only after qualification flo</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Social proof concentrated on homepage</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Heavy third-party script load</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Multiple competing primary CTAs</a:t>
            </a:r>
          </a:p>
        </p:txBody>
      </p:sp>
      <p:sp>
        <p:nvSpPr>
          <p:cNvPr id="13" name="TextBox 12"/>
          <p:cNvSpPr txBox="1"/>
          <p:nvPr/>
        </p:nvSpPr>
        <p:spPr>
          <a:xfrm>
            <a:off x="6309360" y="2743200"/>
            <a:ext cx="2651760" cy="731520"/>
          </a:xfrm>
          <a:prstGeom prst="rect">
            <a:avLst/>
          </a:prstGeom>
          <a:noFill/>
        </p:spPr>
        <p:txBody>
          <a:bodyPr wrap="square">
            <a:spAutoFit/>
          </a:bodyPr>
          <a:lstStyle/>
          <a:p>
            <a:pPr algn="l"/>
            <a:r>
              <a:rPr sz="1100" b="0">
                <a:solidFill>
                  <a:srgbClr val="FFFFFF"/>
                </a:solidFill>
                <a:latin typeface="Trebuchet MS"/>
              </a:rPr>
              <a:t>• Multiple qualification CTAs compete</a:t>
            </a:r>
          </a:p>
        </p:txBody>
      </p:sp>
      <p:sp>
        <p:nvSpPr>
          <p:cNvPr id="14" name="TextBox 13"/>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5" name="TextBox 14"/>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Duplicate coverage form on page</a:t>
            </a:r>
          </a:p>
        </p:txBody>
      </p:sp>
      <p:sp>
        <p:nvSpPr>
          <p:cNvPr id="16" name="TextBox 15"/>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Inconsistent price formatting across pages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